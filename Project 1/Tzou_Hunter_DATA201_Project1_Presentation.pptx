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2" d="100"/>
          <a:sy n="202" d="100"/>
        </p:scale>
        <p:origin x="620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18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County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Food Inspection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201 — Project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Tzou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County Open Data Portal  |  dkrp-gr48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560320" cy="1005840"/>
          </a:xfrm>
          <a:prstGeom prst="rect">
            <a:avLst/>
          </a:prstGeom>
          <a:solidFill>
            <a:srgbClr val="1128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10,069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Inspections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017520"/>
            <a:ext cx="2560320" cy="1005840"/>
          </a:xfrm>
          <a:prstGeom prst="rect">
            <a:avLst/>
          </a:prstGeom>
          <a:solidFill>
            <a:srgbClr val="1128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7,674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017520"/>
            <a:ext cx="2560320" cy="1005840"/>
          </a:xfrm>
          <a:prstGeom prst="rect">
            <a:avLst/>
          </a:prstGeom>
          <a:solidFill>
            <a:srgbClr val="1128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6400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41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County Open Data Portal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Licensure &amp; Regulatory Services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2024 – March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084832"/>
            <a:ext cx="6400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579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1,127,531 raw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~112 duplicate rows per inspection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10,069 unique inspections after dedup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300984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300984"/>
            <a:ext cx="6400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374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301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weighted score (0–1)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criteria weighted 2×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Non-critical criteria weighted 1×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868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Encoding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4206240" cy="243230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Onsite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Onsite Repeat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Compliance Repeat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Observed / 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236483" y="4597224"/>
            <a:ext cx="8633197" cy="313103"/>
          </a:xfrm>
          <a:prstGeom prst="rect">
            <a:avLst/>
          </a:prstGeom>
          <a:solidFill>
            <a:srgbClr val="FFF4F1"/>
          </a:solidFill>
          <a:ln w="12700">
            <a:solidFill>
              <a:srgbClr val="E0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8328" y="4636008"/>
            <a:ext cx="845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00" u="sng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</a:t>
            </a:r>
            <a:r>
              <a:rPr lang="en-US" sz="900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Pass/Fail status is not fully explained by these 16 criteria — 148 perfect-score inspections received a Fail, and 14 near-zero-score inspections received a Pass.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57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3464" y="150876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Compliance County-Wide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4416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compliance score = 1.0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0.963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heavily left-skewed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57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64024" y="150876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Volume by Geography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34416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Spring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Rockville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Gaithersburg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zip code count → higher inspection count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with commercial density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57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3464" y="356616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Geographic Compliance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40156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uniformly high across all cities</a:t>
            </a:r>
            <a:endParaRPr lang="en-U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Gaithersburg shows most variability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effect explains outliers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57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64024" y="356616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Confirms Median = 1.0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40156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1,000 (~10% sample)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bootstrap iterations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(1.0000, 1.0000)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compliance is uniformly high across Montgomery County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volume reflects commercial density, not compliance risk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derived compliance score has significant limitations as a Pass/Fail proxy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 of raw rows are exact duplicates — a major unresolved data quality issue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0" cy="347472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 of compliance trends since July 2024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repeat low-scoring facilities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data quality issues with HHS (duplicate records, Pass/Fail criteria)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 using official zip code boundaries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Tzou  |  DATA 201  |  Montgomery County HHS Food Inspection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336</Words>
  <Application>Microsoft Office PowerPoint</Application>
  <PresentationFormat>On-screen Show (16:9)</PresentationFormat>
  <Paragraphs>77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Montgomery County HHS Food Inspection Analysis</dc:title>
  <dc:subject>PptxGenJS Presentation</dc:subject>
  <dc:creator>Hunter Tzou</dc:creator>
  <cp:lastModifiedBy>Hunter Tzou</cp:lastModifiedBy>
  <cp:revision>2</cp:revision>
  <dcterms:created xsi:type="dcterms:W3CDTF">2026-04-02T18:40:11Z</dcterms:created>
  <dcterms:modified xsi:type="dcterms:W3CDTF">2026-04-02T18:52:24Z</dcterms:modified>
</cp:coreProperties>
</file>